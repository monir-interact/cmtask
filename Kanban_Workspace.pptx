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sv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image" Target="../media/image-1-43.png"/><Relationship Id="rId44" Type="http://schemas.openxmlformats.org/officeDocument/2006/relationships/image" Target="../media/image-1-44.svg"/><Relationship Id="rId45" Type="http://schemas.openxmlformats.org/officeDocument/2006/relationships/image" Target="../media/image-1-45.png"/><Relationship Id="rId46" Type="http://schemas.openxmlformats.org/officeDocument/2006/relationships/image" Target="../media/image-1-46.svg"/><Relationship Id="rId47" Type="http://schemas.openxmlformats.org/officeDocument/2006/relationships/image" Target="../media/image-1-47.png"/><Relationship Id="rId48" Type="http://schemas.openxmlformats.org/officeDocument/2006/relationships/image" Target="../media/image-1-48.svg"/><Relationship Id="rId49" Type="http://schemas.openxmlformats.org/officeDocument/2006/relationships/image" Target="../media/image-1-49.png"/><Relationship Id="rId50" Type="http://schemas.openxmlformats.org/officeDocument/2006/relationships/image" Target="../media/image-1-50.svg"/><Relationship Id="rId51" Type="http://schemas.openxmlformats.org/officeDocument/2006/relationships/image" Target="../media/image-1-51.png"/><Relationship Id="rId52" Type="http://schemas.openxmlformats.org/officeDocument/2006/relationships/image" Target="../media/image-1-52.svg"/><Relationship Id="rId53" Type="http://schemas.openxmlformats.org/officeDocument/2006/relationships/image" Target="../media/image-1-53.png"/><Relationship Id="rId54" Type="http://schemas.openxmlformats.org/officeDocument/2006/relationships/image" Target="../media/image-1-54.svg"/><Relationship Id="rId55" Type="http://schemas.openxmlformats.org/officeDocument/2006/relationships/image" Target="../media/image-1-55.png"/><Relationship Id="rId56" Type="http://schemas.openxmlformats.org/officeDocument/2006/relationships/image" Target="../media/image-1-56.svg"/><Relationship Id="rId57" Type="http://schemas.openxmlformats.org/officeDocument/2006/relationships/image" Target="../media/image-1-57.png"/><Relationship Id="rId58" Type="http://schemas.openxmlformats.org/officeDocument/2006/relationships/image" Target="../media/image-1-58.svg"/><Relationship Id="rId59" Type="http://schemas.openxmlformats.org/officeDocument/2006/relationships/image" Target="../media/image-1-59.png"/><Relationship Id="rId60" Type="http://schemas.openxmlformats.org/officeDocument/2006/relationships/image" Target="../media/image-1-60.svg"/><Relationship Id="rId61" Type="http://schemas.openxmlformats.org/officeDocument/2006/relationships/slideLayout" Target="../slideLayouts/slideLayout1.xml"/><Relationship Id="rId6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495300"/>
          </a:xfrm>
          <a:prstGeom prst="rect">
            <a:avLst/>
          </a:prstGeom>
          <a:solidFill>
            <a:srgbClr val="0D0F11"/>
          </a:solidFill>
          <a:ln/>
          <a:effectLst>
            <a:outerShdw sx="100000" sy="100000" kx="0" ky="0" algn="bl" rotWithShape="0" blurRad="101600" dist="9525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025" y="161925"/>
            <a:ext cx="171450" cy="1714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2450" y="1143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04438"/>
          </a:solidFill>
          <a:ln/>
          <a:effectLst>
            <a:outerShdw sx="100000" sy="100000" kx="0" ky="0" algn="bl" rotWithShape="0" blurRad="28575" dist="9525" dir="5400000">
              <a:srgbClr val="C4161C">
                <a:alpha val="50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171450"/>
            <a:ext cx="152400" cy="152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4875" y="152400"/>
            <a:ext cx="12052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EEF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Matter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alphaModFix amt="5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8250" y="171450"/>
            <a:ext cx="152400" cy="1524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613475" y="85725"/>
            <a:ext cx="4953000" cy="323850"/>
          </a:xfrm>
          <a:prstGeom prst="roundRect">
            <a:avLst>
              <a:gd name="adj" fmla="val 26471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9" name="Shape 4"/>
          <p:cNvSpPr/>
          <p:nvPr/>
        </p:nvSpPr>
        <p:spPr>
          <a:xfrm>
            <a:off x="16088767" y="95250"/>
            <a:ext cx="827633" cy="304800"/>
          </a:xfrm>
          <a:prstGeom prst="roundRect">
            <a:avLst>
              <a:gd name="adj" fmla="val 25000"/>
            </a:avLst>
          </a:prstGeom>
          <a:solidFill>
            <a:srgbClr val="F04438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203067" y="176213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03092" y="171450"/>
            <a:ext cx="4752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</a:t>
            </a:r>
            <a:endParaRPr lang="en-US" sz="975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102138" y="166688"/>
            <a:ext cx="161925" cy="161925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521238" y="166688"/>
            <a:ext cx="161925" cy="161925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17640300" y="133350"/>
            <a:ext cx="66675" cy="66675"/>
          </a:xfrm>
          <a:prstGeom prst="ellipse">
            <a:avLst/>
          </a:prstGeom>
          <a:solidFill>
            <a:srgbClr val="F04438"/>
          </a:solidFill>
          <a:ln/>
          <a:effectLst>
            <a:outerShdw sx="100000" sy="100000" kx="0" ky="0" algn="bl" rotWithShape="0" blurRad="101600" dist="50800" dir="16200000">
              <a:srgbClr val="0D0F11">
                <a:alpha val="100000"/>
              </a:srgbClr>
            </a:outerShdw>
          </a:effectLst>
        </p:spPr>
      </p:sp>
      <p:sp>
        <p:nvSpPr>
          <p:cNvPr id="15" name="Shape 7"/>
          <p:cNvSpPr/>
          <p:nvPr/>
        </p:nvSpPr>
        <p:spPr>
          <a:xfrm>
            <a:off x="17868900" y="104775"/>
            <a:ext cx="285750" cy="285750"/>
          </a:xfrm>
          <a:prstGeom prst="ellipse">
            <a:avLst/>
          </a:prstGeom>
          <a:solidFill>
            <a:srgbClr val="5C59E8"/>
          </a:solidFill>
          <a:ln/>
        </p:spPr>
      </p:sp>
      <p:sp>
        <p:nvSpPr>
          <p:cNvPr id="16" name="Text 8"/>
          <p:cNvSpPr/>
          <p:nvPr/>
        </p:nvSpPr>
        <p:spPr>
          <a:xfrm>
            <a:off x="17830800" y="1047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0" y="495300"/>
            <a:ext cx="2438400" cy="9791700"/>
          </a:xfrm>
          <a:prstGeom prst="rect">
            <a:avLst/>
          </a:prstGeom>
          <a:solidFill>
            <a:srgbClr val="1D2227"/>
          </a:solidFill>
          <a:ln/>
        </p:spPr>
      </p:sp>
      <p:sp>
        <p:nvSpPr>
          <p:cNvPr id="18" name="Shape 10"/>
          <p:cNvSpPr/>
          <p:nvPr/>
        </p:nvSpPr>
        <p:spPr>
          <a:xfrm>
            <a:off x="2428875" y="495300"/>
            <a:ext cx="9525" cy="9791700"/>
          </a:xfrm>
          <a:prstGeom prst="rect">
            <a:avLst/>
          </a:prstGeom>
          <a:solidFill>
            <a:srgbClr val="363D44"/>
          </a:solidFill>
          <a:ln/>
        </p:spPr>
      </p:sp>
      <p:sp>
        <p:nvSpPr>
          <p:cNvPr id="19" name="Shape 11"/>
          <p:cNvSpPr/>
          <p:nvPr/>
        </p:nvSpPr>
        <p:spPr>
          <a:xfrm>
            <a:off x="171450" y="704850"/>
            <a:ext cx="323850" cy="32385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C4161C">
                  <a:alpha val="100000"/>
                </a:srgbClr>
              </a:gs>
              <a:gs pos="100000">
                <a:srgbClr val="8A0F1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0" name="Text 12"/>
          <p:cNvSpPr/>
          <p:nvPr/>
        </p:nvSpPr>
        <p:spPr>
          <a:xfrm>
            <a:off x="133350" y="7048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590550" y="714375"/>
            <a:ext cx="117976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Matter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590550" y="876300"/>
            <a:ext cx="11797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workspace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95250" y="2571750"/>
            <a:ext cx="2238375" cy="9525"/>
          </a:xfrm>
          <a:prstGeom prst="rect">
            <a:avLst/>
          </a:prstGeom>
          <a:solidFill>
            <a:srgbClr val="363D44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0500" y="1228725"/>
            <a:ext cx="152400" cy="1524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38150" y="1228725"/>
            <a:ext cx="5037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Boards</a:t>
            </a:r>
            <a:endParaRPr lang="en-US" sz="1013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90500" y="1571625"/>
            <a:ext cx="152400" cy="1524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38150" y="1571625"/>
            <a:ext cx="6500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</a:t>
            </a:r>
            <a:endParaRPr lang="en-US" sz="1013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90500" y="1914525"/>
            <a:ext cx="152400" cy="1524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38150" y="1914525"/>
            <a:ext cx="5844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</a:t>
            </a:r>
            <a:endParaRPr lang="en-US" sz="1013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0500" y="2257425"/>
            <a:ext cx="152400" cy="1524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38150" y="2257425"/>
            <a:ext cx="5717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Settings</a:t>
            </a:r>
            <a:endParaRPr lang="en-US" sz="1013" dirty="0"/>
          </a:p>
        </p:txBody>
      </p:sp>
      <p:sp>
        <p:nvSpPr>
          <p:cNvPr id="32" name="Text 20"/>
          <p:cNvSpPr/>
          <p:nvPr/>
        </p:nvSpPr>
        <p:spPr>
          <a:xfrm>
            <a:off x="190500" y="2719388"/>
            <a:ext cx="9170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8" kern="0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BOARDS</a:t>
            </a:r>
            <a:endParaRPr lang="en-US" sz="825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95500" y="2714625"/>
            <a:ext cx="142875" cy="142875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190500" y="3000375"/>
            <a:ext cx="190500" cy="152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C4161C">
                  <a:alpha val="100000"/>
                </a:srgbClr>
              </a:gs>
              <a:gs pos="100000">
                <a:srgbClr val="8A0F1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5" name="Text 22"/>
          <p:cNvSpPr/>
          <p:nvPr/>
        </p:nvSpPr>
        <p:spPr>
          <a:xfrm>
            <a:off x="476250" y="3000375"/>
            <a:ext cx="11599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Studio Production</a:t>
            </a:r>
            <a:endParaRPr lang="en-US" sz="1013" dirty="0"/>
          </a:p>
        </p:txBody>
      </p:sp>
      <p:sp>
        <p:nvSpPr>
          <p:cNvPr id="36" name="Shape 23"/>
          <p:cNvSpPr/>
          <p:nvPr/>
        </p:nvSpPr>
        <p:spPr>
          <a:xfrm>
            <a:off x="190500" y="3343275"/>
            <a:ext cx="190500" cy="152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849D6">
                  <a:alpha val="100000"/>
                </a:srgbClr>
              </a:gs>
              <a:gs pos="100000">
                <a:srgbClr val="5C59E8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7" name="Text 24"/>
          <p:cNvSpPr/>
          <p:nvPr/>
        </p:nvSpPr>
        <p:spPr>
          <a:xfrm>
            <a:off x="476250" y="3343275"/>
            <a:ext cx="9554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Projects</a:t>
            </a:r>
            <a:endParaRPr lang="en-US" sz="1013" dirty="0"/>
          </a:p>
        </p:txBody>
      </p:sp>
      <p:sp>
        <p:nvSpPr>
          <p:cNvPr id="38" name="Shape 25"/>
          <p:cNvSpPr/>
          <p:nvPr/>
        </p:nvSpPr>
        <p:spPr>
          <a:xfrm>
            <a:off x="190500" y="3686175"/>
            <a:ext cx="190500" cy="152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7AE60">
                  <a:alpha val="100000"/>
                </a:srgbClr>
              </a:gs>
              <a:gs pos="100000">
                <a:srgbClr val="1E7D44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9" name="Text 26"/>
          <p:cNvSpPr/>
          <p:nvPr/>
        </p:nvSpPr>
        <p:spPr>
          <a:xfrm>
            <a:off x="476250" y="3686175"/>
            <a:ext cx="8798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Library</a:t>
            </a:r>
            <a:endParaRPr lang="en-US" sz="1013" dirty="0"/>
          </a:p>
        </p:txBody>
      </p:sp>
      <p:sp>
        <p:nvSpPr>
          <p:cNvPr id="40" name="Shape 27"/>
          <p:cNvSpPr/>
          <p:nvPr/>
        </p:nvSpPr>
        <p:spPr>
          <a:xfrm>
            <a:off x="190500" y="4029075"/>
            <a:ext cx="190500" cy="152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D69E3D">
                  <a:alpha val="100000"/>
                </a:srgbClr>
              </a:gs>
              <a:gs pos="100000">
                <a:srgbClr val="A8721D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1" name="Text 28"/>
          <p:cNvSpPr/>
          <p:nvPr/>
        </p:nvSpPr>
        <p:spPr>
          <a:xfrm>
            <a:off x="476250" y="4029075"/>
            <a:ext cx="110281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&amp; Reel</a:t>
            </a:r>
            <a:endParaRPr lang="en-US" sz="1013" dirty="0"/>
          </a:p>
        </p:txBody>
      </p:sp>
      <p:sp>
        <p:nvSpPr>
          <p:cNvPr id="42" name="Shape 29"/>
          <p:cNvSpPr/>
          <p:nvPr/>
        </p:nvSpPr>
        <p:spPr>
          <a:xfrm>
            <a:off x="95250" y="4286250"/>
            <a:ext cx="2238375" cy="323850"/>
          </a:xfrm>
          <a:prstGeom prst="roundRect">
            <a:avLst>
              <a:gd name="adj" fmla="val 23529"/>
            </a:avLst>
          </a:prstGeom>
          <a:solidFill>
            <a:srgbClr val="F04438">
              <a:alpha val="16000"/>
            </a:srgbClr>
          </a:solidFill>
          <a:ln/>
        </p:spPr>
      </p:sp>
      <p:sp>
        <p:nvSpPr>
          <p:cNvPr id="43" name="Shape 30"/>
          <p:cNvSpPr/>
          <p:nvPr/>
        </p:nvSpPr>
        <p:spPr>
          <a:xfrm>
            <a:off x="190500" y="4371975"/>
            <a:ext cx="190500" cy="152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5C59E8">
                  <a:alpha val="100000"/>
                </a:srgbClr>
              </a:gs>
              <a:gs pos="100000">
                <a:srgbClr val="2A217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4" name="Text 31"/>
          <p:cNvSpPr/>
          <p:nvPr/>
        </p:nvSpPr>
        <p:spPr>
          <a:xfrm>
            <a:off x="476250" y="4371975"/>
            <a:ext cx="2925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04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</a:t>
            </a:r>
            <a:endParaRPr lang="en-US" sz="1013" dirty="0"/>
          </a:p>
        </p:txBody>
      </p:sp>
      <p:sp>
        <p:nvSpPr>
          <p:cNvPr id="45" name="Shape 32"/>
          <p:cNvSpPr/>
          <p:nvPr/>
        </p:nvSpPr>
        <p:spPr>
          <a:xfrm>
            <a:off x="2438400" y="495300"/>
            <a:ext cx="15849600" cy="9791700"/>
          </a:xfrm>
          <a:prstGeom prst="rect">
            <a:avLst/>
          </a:prstGeom>
          <a:solidFill>
            <a:srgbClr val="15181B"/>
          </a:solidFill>
          <a:ln/>
        </p:spPr>
      </p:sp>
      <p:sp>
        <p:nvSpPr>
          <p:cNvPr id="46" name="Shape 33"/>
          <p:cNvSpPr/>
          <p:nvPr/>
        </p:nvSpPr>
        <p:spPr>
          <a:xfrm>
            <a:off x="2438400" y="495300"/>
            <a:ext cx="15849600" cy="866775"/>
          </a:xfrm>
          <a:prstGeom prst="rect">
            <a:avLst/>
          </a:prstGeom>
          <a:solidFill>
            <a:srgbClr val="1A1F24"/>
          </a:solidFill>
          <a:ln/>
        </p:spPr>
      </p:sp>
      <p:sp>
        <p:nvSpPr>
          <p:cNvPr id="47" name="Shape 34"/>
          <p:cNvSpPr/>
          <p:nvPr/>
        </p:nvSpPr>
        <p:spPr>
          <a:xfrm>
            <a:off x="2438400" y="1352550"/>
            <a:ext cx="15849600" cy="9525"/>
          </a:xfrm>
          <a:prstGeom prst="rect">
            <a:avLst/>
          </a:prstGeom>
          <a:solidFill>
            <a:srgbClr val="363D44"/>
          </a:solidFill>
          <a:ln/>
        </p:spPr>
      </p:sp>
      <p:sp>
        <p:nvSpPr>
          <p:cNvPr id="48" name="Text 35"/>
          <p:cNvSpPr/>
          <p:nvPr/>
        </p:nvSpPr>
        <p:spPr>
          <a:xfrm>
            <a:off x="2609850" y="652463"/>
            <a:ext cx="3796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</a:t>
            </a:r>
            <a:endParaRPr lang="en-US" sz="1425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089523" y="681038"/>
            <a:ext cx="161925" cy="161925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3427661" y="638175"/>
            <a:ext cx="980182" cy="247650"/>
          </a:xfrm>
          <a:prstGeom prst="roundRect">
            <a:avLst>
              <a:gd name="adj" fmla="val 26923"/>
            </a:avLst>
          </a:prstGeom>
          <a:solidFill>
            <a:srgbClr val="1E242A"/>
          </a:solidFill>
          <a:ln/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513386" y="700088"/>
            <a:ext cx="123825" cy="123825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3694361" y="690563"/>
            <a:ext cx="7039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Workspace</a:t>
            </a:r>
            <a:endParaRPr lang="en-US" sz="900" dirty="0"/>
          </a:p>
        </p:txBody>
      </p:sp>
      <p:sp>
        <p:nvSpPr>
          <p:cNvPr id="53" name="Shape 38"/>
          <p:cNvSpPr/>
          <p:nvPr/>
        </p:nvSpPr>
        <p:spPr>
          <a:xfrm>
            <a:off x="15292834" y="619125"/>
            <a:ext cx="285750" cy="285750"/>
          </a:xfrm>
          <a:prstGeom prst="ellipse">
            <a:avLst/>
          </a:prstGeom>
          <a:solidFill>
            <a:srgbClr val="C4161C"/>
          </a:solidFill>
          <a:ln w="19050">
            <a:solidFill>
              <a:srgbClr val="1A1F24"/>
            </a:solidFill>
            <a:prstDash val="solid"/>
          </a:ln>
        </p:spPr>
      </p:sp>
      <p:sp>
        <p:nvSpPr>
          <p:cNvPr id="54" name="Text 39"/>
          <p:cNvSpPr/>
          <p:nvPr/>
        </p:nvSpPr>
        <p:spPr>
          <a:xfrm>
            <a:off x="15361444" y="695325"/>
            <a:ext cx="2245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863" dirty="0"/>
          </a:p>
        </p:txBody>
      </p:sp>
      <p:sp>
        <p:nvSpPr>
          <p:cNvPr id="55" name="Shape 40"/>
          <p:cNvSpPr/>
          <p:nvPr/>
        </p:nvSpPr>
        <p:spPr>
          <a:xfrm>
            <a:off x="15521434" y="619125"/>
            <a:ext cx="285750" cy="285750"/>
          </a:xfrm>
          <a:prstGeom prst="ellipse">
            <a:avLst/>
          </a:prstGeom>
          <a:solidFill>
            <a:srgbClr val="1849D6"/>
          </a:solidFill>
          <a:ln w="19050">
            <a:solidFill>
              <a:srgbClr val="1A1F24"/>
            </a:solidFill>
            <a:prstDash val="solid"/>
          </a:ln>
        </p:spPr>
      </p:sp>
      <p:sp>
        <p:nvSpPr>
          <p:cNvPr id="56" name="Text 41"/>
          <p:cNvSpPr/>
          <p:nvPr/>
        </p:nvSpPr>
        <p:spPr>
          <a:xfrm>
            <a:off x="15556409" y="695325"/>
            <a:ext cx="29200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863" dirty="0"/>
          </a:p>
        </p:txBody>
      </p:sp>
      <p:sp>
        <p:nvSpPr>
          <p:cNvPr id="57" name="Shape 42"/>
          <p:cNvSpPr/>
          <p:nvPr/>
        </p:nvSpPr>
        <p:spPr>
          <a:xfrm>
            <a:off x="15750034" y="619125"/>
            <a:ext cx="285750" cy="28575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1A1F24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15821174" y="695325"/>
            <a:ext cx="21952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</a:t>
            </a:r>
            <a:endParaRPr lang="en-US" sz="863" dirty="0"/>
          </a:p>
        </p:txBody>
      </p:sp>
      <p:sp>
        <p:nvSpPr>
          <p:cNvPr id="59" name="Shape 44"/>
          <p:cNvSpPr/>
          <p:nvPr/>
        </p:nvSpPr>
        <p:spPr>
          <a:xfrm>
            <a:off x="15978634" y="619125"/>
            <a:ext cx="285750" cy="285750"/>
          </a:xfrm>
          <a:prstGeom prst="ellipse">
            <a:avLst/>
          </a:prstGeom>
          <a:solidFill>
            <a:srgbClr val="5C59E8"/>
          </a:solidFill>
          <a:ln w="19050">
            <a:solidFill>
              <a:srgbClr val="1A1F24"/>
            </a:solidFill>
            <a:prstDash val="solid"/>
          </a:ln>
        </p:spPr>
      </p:sp>
      <p:sp>
        <p:nvSpPr>
          <p:cNvPr id="60" name="Text 45"/>
          <p:cNvSpPr/>
          <p:nvPr/>
        </p:nvSpPr>
        <p:spPr>
          <a:xfrm>
            <a:off x="16045011" y="695325"/>
            <a:ext cx="2290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</a:t>
            </a:r>
            <a:endParaRPr lang="en-US" sz="863" dirty="0"/>
          </a:p>
        </p:txBody>
      </p:sp>
      <p:sp>
        <p:nvSpPr>
          <p:cNvPr id="61" name="Shape 46"/>
          <p:cNvSpPr/>
          <p:nvPr/>
        </p:nvSpPr>
        <p:spPr>
          <a:xfrm>
            <a:off x="16207234" y="619125"/>
            <a:ext cx="285750" cy="285750"/>
          </a:xfrm>
          <a:prstGeom prst="ellipse">
            <a:avLst/>
          </a:prstGeom>
          <a:solidFill>
            <a:srgbClr val="D69E3D"/>
          </a:solidFill>
          <a:ln w="19050">
            <a:solidFill>
              <a:srgbClr val="1A1F24"/>
            </a:solidFill>
            <a:prstDash val="solid"/>
          </a:ln>
        </p:spPr>
      </p:sp>
      <p:sp>
        <p:nvSpPr>
          <p:cNvPr id="62" name="Text 47"/>
          <p:cNvSpPr/>
          <p:nvPr/>
        </p:nvSpPr>
        <p:spPr>
          <a:xfrm>
            <a:off x="16272867" y="695325"/>
            <a:ext cx="23053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</a:t>
            </a:r>
            <a:endParaRPr lang="en-US" sz="863" dirty="0"/>
          </a:p>
        </p:txBody>
      </p:sp>
      <p:sp>
        <p:nvSpPr>
          <p:cNvPr id="63" name="Shape 48"/>
          <p:cNvSpPr/>
          <p:nvPr/>
        </p:nvSpPr>
        <p:spPr>
          <a:xfrm>
            <a:off x="16435834" y="619125"/>
            <a:ext cx="285750" cy="285750"/>
          </a:xfrm>
          <a:prstGeom prst="ellipse">
            <a:avLst/>
          </a:prstGeom>
          <a:solidFill>
            <a:srgbClr val="1E242A"/>
          </a:solidFill>
          <a:ln w="19050">
            <a:solidFill>
              <a:srgbClr val="1A1F24"/>
            </a:solidFill>
            <a:prstDash val="solid"/>
          </a:ln>
        </p:spPr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512034" y="695325"/>
            <a:ext cx="133350" cy="133350"/>
          </a:xfrm>
          <a:prstGeom prst="rect">
            <a:avLst/>
          </a:prstGeom>
        </p:spPr>
      </p:pic>
      <p:sp>
        <p:nvSpPr>
          <p:cNvPr id="65" name="Shape 49"/>
          <p:cNvSpPr/>
          <p:nvPr/>
        </p:nvSpPr>
        <p:spPr>
          <a:xfrm>
            <a:off x="16893034" y="609600"/>
            <a:ext cx="804416" cy="304800"/>
          </a:xfrm>
          <a:prstGeom prst="roundRect">
            <a:avLst>
              <a:gd name="adj" fmla="val 25000"/>
            </a:avLst>
          </a:prstGeom>
          <a:solidFill>
            <a:srgbClr val="262D33"/>
          </a:solidFill>
          <a:ln w="9525">
            <a:solidFill>
              <a:srgbClr val="4A525A"/>
            </a:solidFill>
            <a:prstDash val="solid"/>
          </a:ln>
        </p:spPr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7026384" y="695325"/>
            <a:ext cx="133350" cy="133350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17216884" y="685800"/>
            <a:ext cx="4234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</a:t>
            </a:r>
            <a:endParaRPr lang="en-US" sz="975" dirty="0"/>
          </a:p>
        </p:txBody>
      </p:sp>
      <p:pic>
        <p:nvPicPr>
          <p:cNvPr id="68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7878425" y="676275"/>
            <a:ext cx="171450" cy="171450"/>
          </a:xfrm>
          <a:prstGeom prst="rect">
            <a:avLst/>
          </a:prstGeom>
        </p:spPr>
      </p:pic>
      <p:sp>
        <p:nvSpPr>
          <p:cNvPr id="69" name="Shape 51"/>
          <p:cNvSpPr/>
          <p:nvPr/>
        </p:nvSpPr>
        <p:spPr>
          <a:xfrm>
            <a:off x="2609850" y="1333500"/>
            <a:ext cx="791319" cy="19050"/>
          </a:xfrm>
          <a:prstGeom prst="rect">
            <a:avLst/>
          </a:prstGeom>
          <a:solidFill>
            <a:srgbClr val="F04438"/>
          </a:solidFill>
          <a:ln/>
        </p:spPr>
      </p:sp>
      <p:pic>
        <p:nvPicPr>
          <p:cNvPr id="70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724150" y="1100138"/>
            <a:ext cx="142875" cy="142875"/>
          </a:xfrm>
          <a:prstGeom prst="rect">
            <a:avLst/>
          </a:prstGeom>
        </p:spPr>
      </p:pic>
      <p:sp>
        <p:nvSpPr>
          <p:cNvPr id="71" name="Text 52"/>
          <p:cNvSpPr/>
          <p:nvPr/>
        </p:nvSpPr>
        <p:spPr>
          <a:xfrm>
            <a:off x="2933700" y="1095375"/>
            <a:ext cx="4293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04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</a:t>
            </a:r>
            <a:endParaRPr lang="en-US" sz="975" dirty="0"/>
          </a:p>
        </p:txBody>
      </p:sp>
      <p:pic>
        <p:nvPicPr>
          <p:cNvPr id="72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534519" y="1100138"/>
            <a:ext cx="142875" cy="142875"/>
          </a:xfrm>
          <a:prstGeom prst="rect">
            <a:avLst/>
          </a:prstGeom>
        </p:spPr>
      </p:pic>
      <p:sp>
        <p:nvSpPr>
          <p:cNvPr id="73" name="Text 53"/>
          <p:cNvSpPr/>
          <p:nvPr/>
        </p:nvSpPr>
        <p:spPr>
          <a:xfrm>
            <a:off x="3744069" y="1095375"/>
            <a:ext cx="40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</a:t>
            </a:r>
            <a:endParaRPr lang="en-US" sz="975" dirty="0"/>
          </a:p>
        </p:txBody>
      </p:sp>
      <p:pic>
        <p:nvPicPr>
          <p:cNvPr id="74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318397" y="1100138"/>
            <a:ext cx="142875" cy="142875"/>
          </a:xfrm>
          <a:prstGeom prst="rect">
            <a:avLst/>
          </a:prstGeom>
        </p:spPr>
      </p:pic>
      <p:sp>
        <p:nvSpPr>
          <p:cNvPr id="75" name="Text 54"/>
          <p:cNvSpPr/>
          <p:nvPr/>
        </p:nvSpPr>
        <p:spPr>
          <a:xfrm>
            <a:off x="4527947" y="1095375"/>
            <a:ext cx="7292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76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428655" y="1100138"/>
            <a:ext cx="142875" cy="142875"/>
          </a:xfrm>
          <a:prstGeom prst="rect">
            <a:avLst/>
          </a:prstGeom>
        </p:spPr>
      </p:pic>
      <p:sp>
        <p:nvSpPr>
          <p:cNvPr id="77" name="Text 55"/>
          <p:cNvSpPr/>
          <p:nvPr/>
        </p:nvSpPr>
        <p:spPr>
          <a:xfrm>
            <a:off x="5638205" y="1095375"/>
            <a:ext cx="6174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975" dirty="0"/>
          </a:p>
        </p:txBody>
      </p:sp>
      <p:pic>
        <p:nvPicPr>
          <p:cNvPr id="78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427143" y="1100138"/>
            <a:ext cx="142875" cy="142875"/>
          </a:xfrm>
          <a:prstGeom prst="rect">
            <a:avLst/>
          </a:prstGeom>
        </p:spPr>
      </p:pic>
      <p:sp>
        <p:nvSpPr>
          <p:cNvPr id="79" name="Text 56"/>
          <p:cNvSpPr/>
          <p:nvPr/>
        </p:nvSpPr>
        <p:spPr>
          <a:xfrm>
            <a:off x="6636693" y="1095375"/>
            <a:ext cx="588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975" dirty="0"/>
          </a:p>
        </p:txBody>
      </p:sp>
      <p:sp>
        <p:nvSpPr>
          <p:cNvPr id="80" name="Shape 57"/>
          <p:cNvSpPr/>
          <p:nvPr/>
        </p:nvSpPr>
        <p:spPr>
          <a:xfrm>
            <a:off x="17364521" y="1028700"/>
            <a:ext cx="752029" cy="304800"/>
          </a:xfrm>
          <a:prstGeom prst="roundRect">
            <a:avLst>
              <a:gd name="adj" fmla="val 25000"/>
            </a:avLst>
          </a:prstGeom>
          <a:solidFill>
            <a:srgbClr val="262D33"/>
          </a:solidFill>
          <a:ln w="9525">
            <a:solidFill>
              <a:srgbClr val="4A525A"/>
            </a:solidFill>
            <a:prstDash val="solid"/>
          </a:ln>
        </p:spPr>
      </p:sp>
      <p:pic>
        <p:nvPicPr>
          <p:cNvPr id="81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7488346" y="1114425"/>
            <a:ext cx="133350" cy="133350"/>
          </a:xfrm>
          <a:prstGeom prst="rect">
            <a:avLst/>
          </a:prstGeom>
        </p:spPr>
      </p:pic>
      <p:sp>
        <p:nvSpPr>
          <p:cNvPr id="82" name="Text 58"/>
          <p:cNvSpPr/>
          <p:nvPr/>
        </p:nvSpPr>
        <p:spPr>
          <a:xfrm>
            <a:off x="17688371" y="1104900"/>
            <a:ext cx="3805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</a:t>
            </a:r>
            <a:endParaRPr lang="en-US" sz="975" dirty="0"/>
          </a:p>
        </p:txBody>
      </p:sp>
      <p:sp>
        <p:nvSpPr>
          <p:cNvPr id="83" name="Shape 59"/>
          <p:cNvSpPr/>
          <p:nvPr/>
        </p:nvSpPr>
        <p:spPr>
          <a:xfrm>
            <a:off x="2609850" y="1514475"/>
            <a:ext cx="2724150" cy="2283916"/>
          </a:xfrm>
          <a:prstGeom prst="roundRect">
            <a:avLst>
              <a:gd name="adj" fmla="val 5005"/>
            </a:avLst>
          </a:prstGeom>
          <a:solidFill>
            <a:srgbClr val="1C2126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84" name="Text 60"/>
          <p:cNvSpPr/>
          <p:nvPr/>
        </p:nvSpPr>
        <p:spPr>
          <a:xfrm>
            <a:off x="2781300" y="1653480"/>
            <a:ext cx="19621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To-Do</a:t>
            </a:r>
            <a:endParaRPr lang="en-US" sz="1050" dirty="0"/>
          </a:p>
        </p:txBody>
      </p:sp>
      <p:sp>
        <p:nvSpPr>
          <p:cNvPr id="85" name="Text 61"/>
          <p:cNvSpPr/>
          <p:nvPr/>
        </p:nvSpPr>
        <p:spPr>
          <a:xfrm>
            <a:off x="4743450" y="1662113"/>
            <a:ext cx="2476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pic>
        <p:nvPicPr>
          <p:cNvPr id="86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067300" y="1657350"/>
            <a:ext cx="133350" cy="152400"/>
          </a:xfrm>
          <a:prstGeom prst="rect">
            <a:avLst/>
          </a:prstGeom>
        </p:spPr>
      </p:pic>
      <p:sp>
        <p:nvSpPr>
          <p:cNvPr id="87" name="Shape 62"/>
          <p:cNvSpPr/>
          <p:nvPr/>
        </p:nvSpPr>
        <p:spPr>
          <a:xfrm>
            <a:off x="2686050" y="1933575"/>
            <a:ext cx="2571750" cy="656183"/>
          </a:xfrm>
          <a:prstGeom prst="roundRect">
            <a:avLst>
              <a:gd name="adj" fmla="val 13064"/>
            </a:avLst>
          </a:prstGeom>
          <a:solidFill>
            <a:srgbClr val="2B3239"/>
          </a:solidFill>
          <a:ln w="9525">
            <a:solidFill>
              <a:srgbClr val="363D44"/>
            </a:solidFill>
            <a:prstDash val="solid"/>
          </a:ln>
          <a:effectLst>
            <a:outerShdw sx="100000" sy="100000" kx="0" ky="0" algn="bl" rotWithShape="0" blurRad="19050" dist="9525" dir="5400000">
              <a:srgbClr val="000000">
                <a:alpha val="40000"/>
              </a:srgbClr>
            </a:outerShdw>
          </a:effectLst>
        </p:spPr>
      </p:sp>
      <p:sp>
        <p:nvSpPr>
          <p:cNvPr id="88" name="Text 63"/>
          <p:cNvSpPr/>
          <p:nvPr/>
        </p:nvSpPr>
        <p:spPr>
          <a:xfrm>
            <a:off x="2800350" y="2028825"/>
            <a:ext cx="257746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task</a:t>
            </a:r>
            <a:endParaRPr lang="en-US" sz="1050" dirty="0"/>
          </a:p>
        </p:txBody>
      </p:sp>
      <p:sp>
        <p:nvSpPr>
          <p:cNvPr id="89" name="Shape 64"/>
          <p:cNvSpPr/>
          <p:nvPr/>
        </p:nvSpPr>
        <p:spPr>
          <a:xfrm>
            <a:off x="4914900" y="2265908"/>
            <a:ext cx="228600" cy="228600"/>
          </a:xfrm>
          <a:prstGeom prst="ellipse">
            <a:avLst/>
          </a:prstGeom>
          <a:solidFill>
            <a:srgbClr val="C4161C"/>
          </a:solidFill>
          <a:ln w="19050">
            <a:solidFill>
              <a:srgbClr val="2B3239"/>
            </a:solidFill>
            <a:prstDash val="solid"/>
          </a:ln>
        </p:spPr>
      </p:sp>
      <p:sp>
        <p:nvSpPr>
          <p:cNvPr id="90" name="Text 65"/>
          <p:cNvSpPr/>
          <p:nvPr/>
        </p:nvSpPr>
        <p:spPr>
          <a:xfrm>
            <a:off x="4964609" y="2323058"/>
            <a:ext cx="20523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750" dirty="0"/>
          </a:p>
        </p:txBody>
      </p:sp>
      <p:sp>
        <p:nvSpPr>
          <p:cNvPr id="91" name="Shape 66"/>
          <p:cNvSpPr/>
          <p:nvPr/>
        </p:nvSpPr>
        <p:spPr>
          <a:xfrm>
            <a:off x="2686050" y="2665958"/>
            <a:ext cx="2571750" cy="503783"/>
          </a:xfrm>
          <a:prstGeom prst="roundRect">
            <a:avLst>
              <a:gd name="adj" fmla="val 17016"/>
            </a:avLst>
          </a:prstGeom>
          <a:solidFill>
            <a:srgbClr val="2B3239"/>
          </a:solidFill>
          <a:ln w="9525">
            <a:solidFill>
              <a:srgbClr val="363D44"/>
            </a:solidFill>
            <a:prstDash val="solid"/>
          </a:ln>
          <a:effectLst>
            <a:outerShdw sx="100000" sy="100000" kx="0" ky="0" algn="bl" rotWithShape="0" blurRad="19050" dist="9525" dir="5400000">
              <a:srgbClr val="000000">
                <a:alpha val="40000"/>
              </a:srgbClr>
            </a:outerShdw>
          </a:effectLst>
        </p:spPr>
      </p:sp>
      <p:sp>
        <p:nvSpPr>
          <p:cNvPr id="92" name="Shape 67"/>
          <p:cNvSpPr/>
          <p:nvPr/>
        </p:nvSpPr>
        <p:spPr>
          <a:xfrm>
            <a:off x="2800350" y="2761208"/>
            <a:ext cx="323850" cy="76200"/>
          </a:xfrm>
          <a:prstGeom prst="roundRect">
            <a:avLst>
              <a:gd name="adj" fmla="val 50000"/>
            </a:avLst>
          </a:prstGeom>
          <a:solidFill>
            <a:srgbClr val="C4161C"/>
          </a:solidFill>
          <a:ln/>
        </p:spPr>
      </p:sp>
      <p:sp>
        <p:nvSpPr>
          <p:cNvPr id="93" name="Text 68"/>
          <p:cNvSpPr/>
          <p:nvPr/>
        </p:nvSpPr>
        <p:spPr>
          <a:xfrm>
            <a:off x="2800350" y="2894558"/>
            <a:ext cx="257746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task</a:t>
            </a:r>
            <a:endParaRPr lang="en-US" sz="1050" dirty="0"/>
          </a:p>
        </p:txBody>
      </p:sp>
      <p:pic>
        <p:nvPicPr>
          <p:cNvPr id="94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2781300" y="3465016"/>
            <a:ext cx="152400" cy="152400"/>
          </a:xfrm>
          <a:prstGeom prst="rect">
            <a:avLst/>
          </a:prstGeom>
        </p:spPr>
      </p:pic>
      <p:sp>
        <p:nvSpPr>
          <p:cNvPr id="95" name="Text 69"/>
          <p:cNvSpPr/>
          <p:nvPr/>
        </p:nvSpPr>
        <p:spPr>
          <a:xfrm>
            <a:off x="3009900" y="3465016"/>
            <a:ext cx="745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card</a:t>
            </a:r>
            <a:endParaRPr lang="en-US" sz="1013" dirty="0"/>
          </a:p>
        </p:txBody>
      </p:sp>
      <p:sp>
        <p:nvSpPr>
          <p:cNvPr id="96" name="Shape 70"/>
          <p:cNvSpPr/>
          <p:nvPr/>
        </p:nvSpPr>
        <p:spPr>
          <a:xfrm>
            <a:off x="5448300" y="1514475"/>
            <a:ext cx="2724150" cy="1703933"/>
          </a:xfrm>
          <a:prstGeom prst="roundRect">
            <a:avLst>
              <a:gd name="adj" fmla="val 6708"/>
            </a:avLst>
          </a:prstGeom>
          <a:solidFill>
            <a:srgbClr val="1C2126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97" name="Text 71"/>
          <p:cNvSpPr/>
          <p:nvPr/>
        </p:nvSpPr>
        <p:spPr>
          <a:xfrm>
            <a:off x="5619750" y="1653480"/>
            <a:ext cx="19621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Doing</a:t>
            </a:r>
            <a:endParaRPr lang="en-US" sz="1050" dirty="0"/>
          </a:p>
        </p:txBody>
      </p:sp>
      <p:sp>
        <p:nvSpPr>
          <p:cNvPr id="98" name="Text 72"/>
          <p:cNvSpPr/>
          <p:nvPr/>
        </p:nvSpPr>
        <p:spPr>
          <a:xfrm>
            <a:off x="7581900" y="1662113"/>
            <a:ext cx="2476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pic>
        <p:nvPicPr>
          <p:cNvPr id="99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7905750" y="1657350"/>
            <a:ext cx="133350" cy="152400"/>
          </a:xfrm>
          <a:prstGeom prst="rect">
            <a:avLst/>
          </a:prstGeom>
        </p:spPr>
      </p:pic>
      <p:sp>
        <p:nvSpPr>
          <p:cNvPr id="100" name="Shape 73"/>
          <p:cNvSpPr/>
          <p:nvPr/>
        </p:nvSpPr>
        <p:spPr>
          <a:xfrm>
            <a:off x="5524500" y="1933575"/>
            <a:ext cx="2571750" cy="656183"/>
          </a:xfrm>
          <a:prstGeom prst="roundRect">
            <a:avLst>
              <a:gd name="adj" fmla="val 13064"/>
            </a:avLst>
          </a:prstGeom>
          <a:solidFill>
            <a:srgbClr val="2B3239"/>
          </a:solidFill>
          <a:ln w="9525">
            <a:solidFill>
              <a:srgbClr val="363D44"/>
            </a:solidFill>
            <a:prstDash val="solid"/>
          </a:ln>
          <a:effectLst>
            <a:outerShdw sx="100000" sy="100000" kx="0" ky="0" algn="bl" rotWithShape="0" blurRad="19050" dist="9525" dir="5400000">
              <a:srgbClr val="000000">
                <a:alpha val="40000"/>
              </a:srgbClr>
            </a:outerShdw>
          </a:effectLst>
        </p:spPr>
      </p:sp>
      <p:sp>
        <p:nvSpPr>
          <p:cNvPr id="101" name="Text 74"/>
          <p:cNvSpPr/>
          <p:nvPr/>
        </p:nvSpPr>
        <p:spPr>
          <a:xfrm>
            <a:off x="5638800" y="2028825"/>
            <a:ext cx="257746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in progress</a:t>
            </a:r>
            <a:endParaRPr lang="en-US" sz="1050" dirty="0"/>
          </a:p>
        </p:txBody>
      </p:sp>
      <p:sp>
        <p:nvSpPr>
          <p:cNvPr id="102" name="Shape 75"/>
          <p:cNvSpPr/>
          <p:nvPr/>
        </p:nvSpPr>
        <p:spPr>
          <a:xfrm>
            <a:off x="5638800" y="2280196"/>
            <a:ext cx="650528" cy="200025"/>
          </a:xfrm>
          <a:prstGeom prst="roundRect">
            <a:avLst>
              <a:gd name="adj" fmla="val 28571"/>
            </a:avLst>
          </a:prstGeom>
          <a:solidFill>
            <a:srgbClr val="FBF0DD"/>
          </a:solidFill>
          <a:ln/>
        </p:spPr>
      </p:sp>
      <p:pic>
        <p:nvPicPr>
          <p:cNvPr id="10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705475" y="2323058"/>
            <a:ext cx="114300" cy="114300"/>
          </a:xfrm>
          <a:prstGeom prst="rect">
            <a:avLst/>
          </a:prstGeom>
        </p:spPr>
      </p:pic>
      <p:sp>
        <p:nvSpPr>
          <p:cNvPr id="104" name="Text 76"/>
          <p:cNvSpPr/>
          <p:nvPr/>
        </p:nvSpPr>
        <p:spPr>
          <a:xfrm>
            <a:off x="5857875" y="2313533"/>
            <a:ext cx="4409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A5A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24</a:t>
            </a:r>
            <a:endParaRPr lang="en-US" sz="863" dirty="0"/>
          </a:p>
        </p:txBody>
      </p:sp>
      <p:sp>
        <p:nvSpPr>
          <p:cNvPr id="105" name="Shape 77"/>
          <p:cNvSpPr/>
          <p:nvPr/>
        </p:nvSpPr>
        <p:spPr>
          <a:xfrm>
            <a:off x="7753350" y="2265908"/>
            <a:ext cx="228600" cy="228600"/>
          </a:xfrm>
          <a:prstGeom prst="ellipse">
            <a:avLst/>
          </a:prstGeom>
          <a:solidFill>
            <a:srgbClr val="5C59E8"/>
          </a:solidFill>
          <a:ln w="19050">
            <a:solidFill>
              <a:srgbClr val="2B3239"/>
            </a:solidFill>
            <a:prstDash val="solid"/>
          </a:ln>
        </p:spPr>
      </p:sp>
      <p:sp>
        <p:nvSpPr>
          <p:cNvPr id="106" name="Text 78"/>
          <p:cNvSpPr/>
          <p:nvPr/>
        </p:nvSpPr>
        <p:spPr>
          <a:xfrm>
            <a:off x="7801124" y="2323058"/>
            <a:ext cx="20910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</a:t>
            </a:r>
            <a:endParaRPr lang="en-US" sz="750" dirty="0"/>
          </a:p>
        </p:txBody>
      </p:sp>
      <p:pic>
        <p:nvPicPr>
          <p:cNvPr id="107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619750" y="2885033"/>
            <a:ext cx="152400" cy="152400"/>
          </a:xfrm>
          <a:prstGeom prst="rect">
            <a:avLst/>
          </a:prstGeom>
        </p:spPr>
      </p:pic>
      <p:sp>
        <p:nvSpPr>
          <p:cNvPr id="108" name="Text 79"/>
          <p:cNvSpPr/>
          <p:nvPr/>
        </p:nvSpPr>
        <p:spPr>
          <a:xfrm>
            <a:off x="5848350" y="2885033"/>
            <a:ext cx="745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card</a:t>
            </a:r>
            <a:endParaRPr lang="en-US" sz="1013" dirty="0"/>
          </a:p>
        </p:txBody>
      </p:sp>
      <p:sp>
        <p:nvSpPr>
          <p:cNvPr id="109" name="Shape 80"/>
          <p:cNvSpPr/>
          <p:nvPr/>
        </p:nvSpPr>
        <p:spPr>
          <a:xfrm>
            <a:off x="8286750" y="1514475"/>
            <a:ext cx="2724150" cy="1418183"/>
          </a:xfrm>
          <a:prstGeom prst="roundRect">
            <a:avLst>
              <a:gd name="adj" fmla="val 8060"/>
            </a:avLst>
          </a:prstGeom>
          <a:solidFill>
            <a:srgbClr val="1C2126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10" name="Text 81"/>
          <p:cNvSpPr/>
          <p:nvPr/>
        </p:nvSpPr>
        <p:spPr>
          <a:xfrm>
            <a:off x="8458200" y="1653480"/>
            <a:ext cx="19621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</a:t>
            </a:r>
            <a:endParaRPr lang="en-US" sz="1050" dirty="0"/>
          </a:p>
        </p:txBody>
      </p:sp>
      <p:sp>
        <p:nvSpPr>
          <p:cNvPr id="111" name="Text 82"/>
          <p:cNvSpPr/>
          <p:nvPr/>
        </p:nvSpPr>
        <p:spPr>
          <a:xfrm>
            <a:off x="10420350" y="1662113"/>
            <a:ext cx="2476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pic>
        <p:nvPicPr>
          <p:cNvPr id="112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0744200" y="1657350"/>
            <a:ext cx="133350" cy="152400"/>
          </a:xfrm>
          <a:prstGeom prst="rect">
            <a:avLst/>
          </a:prstGeom>
        </p:spPr>
      </p:pic>
      <p:sp>
        <p:nvSpPr>
          <p:cNvPr id="113" name="Shape 83"/>
          <p:cNvSpPr/>
          <p:nvPr/>
        </p:nvSpPr>
        <p:spPr>
          <a:xfrm>
            <a:off x="8362950" y="1933575"/>
            <a:ext cx="2571750" cy="370433"/>
          </a:xfrm>
          <a:prstGeom prst="roundRect">
            <a:avLst>
              <a:gd name="adj" fmla="val 23142"/>
            </a:avLst>
          </a:prstGeom>
          <a:solidFill>
            <a:srgbClr val="2B3239"/>
          </a:solidFill>
          <a:ln w="9525">
            <a:solidFill>
              <a:srgbClr val="363D44"/>
            </a:solidFill>
            <a:prstDash val="solid"/>
          </a:ln>
          <a:effectLst>
            <a:outerShdw sx="100000" sy="100000" kx="0" ky="0" algn="bl" rotWithShape="0" blurRad="19050" dist="9525" dir="5400000">
              <a:srgbClr val="000000">
                <a:alpha val="40000"/>
              </a:srgbClr>
            </a:outerShdw>
          </a:effectLst>
        </p:spPr>
      </p:sp>
      <p:sp>
        <p:nvSpPr>
          <p:cNvPr id="114" name="Text 84"/>
          <p:cNvSpPr/>
          <p:nvPr/>
        </p:nvSpPr>
        <p:spPr>
          <a:xfrm>
            <a:off x="8477250" y="2028825"/>
            <a:ext cx="257746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item</a:t>
            </a:r>
            <a:endParaRPr lang="en-US" sz="1050" dirty="0"/>
          </a:p>
        </p:txBody>
      </p:sp>
      <p:pic>
        <p:nvPicPr>
          <p:cNvPr id="115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458200" y="2599283"/>
            <a:ext cx="152400" cy="152400"/>
          </a:xfrm>
          <a:prstGeom prst="rect">
            <a:avLst/>
          </a:prstGeom>
        </p:spPr>
      </p:pic>
      <p:sp>
        <p:nvSpPr>
          <p:cNvPr id="116" name="Text 85"/>
          <p:cNvSpPr/>
          <p:nvPr/>
        </p:nvSpPr>
        <p:spPr>
          <a:xfrm>
            <a:off x="8686800" y="2599283"/>
            <a:ext cx="745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9AA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card</a:t>
            </a:r>
            <a:endParaRPr lang="en-US" sz="1013" dirty="0"/>
          </a:p>
        </p:txBody>
      </p:sp>
      <p:sp>
        <p:nvSpPr>
          <p:cNvPr id="117" name="Shape 86"/>
          <p:cNvSpPr/>
          <p:nvPr/>
        </p:nvSpPr>
        <p:spPr>
          <a:xfrm>
            <a:off x="11125200" y="1514475"/>
            <a:ext cx="2724150" cy="400050"/>
          </a:xfrm>
          <a:prstGeom prst="roundRect">
            <a:avLst>
              <a:gd name="adj" fmla="val 28571"/>
            </a:avLst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18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1239500" y="1638300"/>
            <a:ext cx="152400" cy="152400"/>
          </a:xfrm>
          <a:prstGeom prst="rect">
            <a:avLst/>
          </a:prstGeom>
        </p:spPr>
      </p:pic>
      <p:sp>
        <p:nvSpPr>
          <p:cNvPr id="119" name="Text 87"/>
          <p:cNvSpPr/>
          <p:nvPr/>
        </p:nvSpPr>
        <p:spPr>
          <a:xfrm>
            <a:off x="11468100" y="1638300"/>
            <a:ext cx="10587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CD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another list</a:t>
            </a:r>
            <a:endParaRPr lang="en-US" sz="101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2026-06-23T12:33:49Z</dcterms:created>
  <dcterms:modified xsi:type="dcterms:W3CDTF">2026-06-23T12:33:49Z</dcterms:modified>
</cp:coreProperties>
</file>